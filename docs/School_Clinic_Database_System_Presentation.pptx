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School Clinic Database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C395C"/>
                </a:solidFill>
                <a:latin typeface="Calibri"/>
              </a:rPr>
              <a:t>ADVANCE DATABASE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949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Presented by: Team Members (Name 1, Name 2, Name 3, Name 4)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Date: May 11, 2026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Calibri"/>
              </a:defRPr>
            </a:pPr>
            <a:r>
              <a:t>Institution: [Your School/College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Group Logo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Introduction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7406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Why Databases Matter in School Clinics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Enable fast retrieval of student health data</a:t>
            </a:r>
            <a:br/>
            <a:r>
              <a:t>• Improve continuity of care and decision quality</a:t>
            </a:r>
            <a:br/>
            <a:r>
              <a:t>• Reduce paperwork delays in urgent situations</a:t>
            </a:r>
            <a:br/>
            <a:r>
              <a:t>• Support data-driven clinic operations</a:t>
            </a:r>
          </a:p>
        </p:txBody>
      </p:sp>
      <p:sp>
        <p:nvSpPr>
          <p:cNvPr id="6" name="Cloud 5"/>
          <p:cNvSpPr/>
          <p:nvPr/>
        </p:nvSpPr>
        <p:spPr>
          <a:xfrm>
            <a:off x="8503920" y="1828800"/>
            <a:ext cx="2926080" cy="2194560"/>
          </a:xfrm>
          <a:prstGeom prst="cloud">
            <a:avLst/>
          </a:prstGeom>
          <a:solidFill>
            <a:srgbClr val="D2F0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Medical + Data</a:t>
            </a:r>
          </a:p>
          <a:p>
            <a:r>
              <a:t>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132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Current Challenges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Manual records are slow and prone to errors</a:t>
            </a:r>
            <a:br/>
            <a:r>
              <a:t>• Legacy tools make searching/updating difficult</a:t>
            </a:r>
            <a:br/>
            <a:r>
              <a:t>• Duplicate entries risk inconsistent treatment logs</a:t>
            </a:r>
            <a:br/>
            <a:r>
              <a:t>• Staff lose time during peak clinic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383280" cy="3474720"/>
          </a:xfrm>
          <a:prstGeom prst="roundRect">
            <a:avLst/>
          </a:prstGeom>
          <a:solidFill>
            <a:srgbClr val="FFF4E5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Scenario:</a:t>
            </a:r>
          </a:p>
          <a:p>
            <a:r>
              <a:t>A nurse spends 8+ minutes finding a record during a busy period, delaying treatment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731520" cy="73152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536192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Efficient Record Management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Designed for daily clinical operations and academic reporting.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468880"/>
            <a:ext cx="731520" cy="73152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450592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Strong Data Security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Designed for daily clinical operations and academic reporting.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64992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Reliable Reporting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Designed for daily clinical operations and academic reporting.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97680"/>
            <a:ext cx="731520" cy="73152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79392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Consistent Data Integrity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Designed for daily clinical operations and academic reporting.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212080"/>
            <a:ext cx="731520" cy="73152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193792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User-Friendly Workflow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Designed for daily clinical operations and academic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2926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User</a:t>
            </a:r>
          </a:p>
          <a:p>
            <a:r>
              <a:t>(Admin/Nurse/Staff)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377440"/>
            <a:ext cx="2926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PHP Web App</a:t>
            </a:r>
          </a:p>
          <a:p>
            <a:r>
              <a:t>(Frontend + Backend)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77440"/>
            <a:ext cx="2926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MySQL Database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2743200"/>
            <a:ext cx="640080" cy="731520"/>
          </a:xfrm>
          <a:prstGeom prst="rightArrow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589520" y="2743200"/>
            <a:ext cx="640080" cy="731520"/>
          </a:xfrm>
          <a:prstGeom prst="rightArrow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DBMS Choice: MySQL was selected for reliability, relational support, indexing performance, and strong PHP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Database Schema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132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ER Diagram / Table Structure</a:t>
            </a:r>
          </a:p>
          <a:p>
            <a:r>
              <a:t>(Placeholder for screenshot)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Keys &amp; Relations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Primary Keys, Foreign Keys, and normalized relations (up to 3NF).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83464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Advanced DB Features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Stored procedures, triggers, and role-based access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02336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Data Quality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Constraints and validations to prevent duplicate or inconsistent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Core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🧾 Registration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Create and manage student profiles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📁 Records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Track health history, allergies, and clinic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📅 Appointments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Manage visits and treatment follow-ups.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749039"/>
            <a:ext cx="5029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📈 Reports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Generate summaries for decision-making and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Sample Screenshots / Demo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Input UI</a:t>
            </a:r>
          </a:p>
          <a:p>
            <a:r>
              <a:t>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Search UI</a:t>
            </a:r>
          </a:p>
          <a:p>
            <a:r>
              <a:t>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630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Report UI</a:t>
            </a:r>
          </a:p>
          <a:p>
            <a:r>
              <a:t>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Scenario Timeline: Nurse logs in → searches student record → updates treatment details → submits and confirms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Security &amp; Data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3949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Protection Mechanisms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Authentication and secure session management</a:t>
            </a:r>
            <a:br/>
            <a:r>
              <a:t>• Role-based authorization (admin/nurse/staff)</a:t>
            </a:r>
            <a:br/>
            <a:r>
              <a:t>• Validation &amp; constraints for data integrity</a:t>
            </a:r>
            <a:br/>
            <a:r>
              <a:t>• Scheduled backup and recovery strategy</a:t>
            </a:r>
          </a:p>
        </p:txBody>
      </p:sp>
      <p:sp>
        <p:nvSpPr>
          <p:cNvPr id="6" name="Hexagon 5"/>
          <p:cNvSpPr/>
          <p:nvPr/>
        </p:nvSpPr>
        <p:spPr>
          <a:xfrm>
            <a:off x="6766560" y="1920240"/>
            <a:ext cx="4389120" cy="2743200"/>
          </a:xfrm>
          <a:prstGeom prst="hexagon">
            <a:avLst/>
          </a:prstGeom>
          <a:solidFill>
            <a:srgbClr val="D6F5E9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🔐  Data</a:t>
            </a:r>
          </a:p>
          <a:p>
            <a:r>
              <a:t>Protection</a:t>
            </a:r>
          </a:p>
          <a:p>
            <a:r>
              <a:t>Scheme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Benefits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212080" cy="3566160"/>
          </a:xfrm>
          <a:prstGeom prst="roundRect">
            <a:avLst/>
          </a:prstGeom>
          <a:solidFill>
            <a:srgbClr val="FFECE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Before</a:t>
            </a:r>
          </a:p>
          <a:p>
            <a:r>
              <a:t>• Manual searching</a:t>
            </a:r>
          </a:p>
          <a:p>
            <a:r>
              <a:t>• Paper-heavy records</a:t>
            </a:r>
          </a:p>
          <a:p>
            <a:r>
              <a:t>• Slower reporting</a:t>
            </a:r>
          </a:p>
          <a:p>
            <a:r>
              <a:t>• Higher error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E6FAF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After</a:t>
            </a:r>
          </a:p>
          <a:p>
            <a:r>
              <a:t>• Faster workflows</a:t>
            </a:r>
          </a:p>
          <a:p>
            <a:r>
              <a:t>• Better accuracy</a:t>
            </a:r>
          </a:p>
          <a:p>
            <a:r>
              <a:t>• Stronger security</a:t>
            </a:r>
          </a:p>
          <a:p>
            <a:r>
              <a:t>• Easier access to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Calibri"/>
              </a:defRPr>
            </a:pPr>
            <a:r>
              <a:t>Outcome: improved speed, accuracy, security, and usability for school clinic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☁️ Cloud Deployment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Centralized access and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📱 Mobile Access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On-the-go nurse/staff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4937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📊 Analytics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Trend insights for student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566160"/>
            <a:ext cx="4937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0C395C"/>
                </a:solidFill>
                <a:latin typeface="Calibri"/>
              </a:defRPr>
            </a:pPr>
            <a:r>
              <a:t>🔔 Smart Alerts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SMS/email reminders and risk flags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000">
                <a:solidFill>
                  <a:srgbClr val="FFFFFF"/>
                </a:solidFill>
                <a:latin typeface="Calibri"/>
              </a:rPr>
              <a:t>Thank You /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828800"/>
            <a:ext cx="81381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/>
            </a:pPr>
            <a:r>
              <a:t>Thank you for your attention!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